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GameFi Economy - Option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Full-stack decentralized protocol for game items, resources, rentals, loot, and DAO governance.</a:t>
            </a:r>
          </a:p>
          <a:p>
            <a:pPr>
              <a:spcAft>
                <a:spcPts val="1000"/>
              </a:spcAft>
              <a:defRPr sz="2100"/>
            </a:pPr>
            <a:r>
              <a:t>Built with Foundry, React, The Graph, Chainlink-compatible mocks, and L2 deployment scripts.</a:t>
            </a:r>
          </a:p>
          <a:p>
            <a:pPr>
              <a:spcAft>
                <a:spcPts val="1000"/>
              </a:spcAft>
              <a:defRPr sz="2100"/>
            </a:pPr>
            <a:r>
              <a:t>Team split: game mechanics, economy/governance, integration/delivery.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and user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Players need resource swaps, crafting, loot boxes, and item rentals.</a:t>
            </a:r>
          </a:p>
          <a:p>
            <a:pPr>
              <a:spcAft>
                <a:spcPts val="1000"/>
              </a:spcAft>
              <a:defRPr sz="2100"/>
            </a:pPr>
            <a:r>
              <a:t>Liquidity providers earn exposure through LP shares.</a:t>
            </a:r>
          </a:p>
          <a:p>
            <a:pPr>
              <a:spcAft>
                <a:spcPts val="1000"/>
              </a:spcAft>
              <a:defRPr sz="2100"/>
            </a:pPr>
            <a:r>
              <a:t>DAO voters govern recipes, drop rates, treasury, and upgrades.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ERC-1155 item economy: GameItems1155.</a:t>
            </a:r>
          </a:p>
          <a:p>
            <a:pPr>
              <a:spcAft>
                <a:spcPts val="1000"/>
              </a:spcAft>
              <a:defRPr sz="2100"/>
            </a:pPr>
            <a:r>
              <a:t>ERC-20 resources: GOLD and CRYSTAL.</a:t>
            </a:r>
          </a:p>
          <a:p>
            <a:pPr>
              <a:spcAft>
                <a:spcPts val="1000"/>
              </a:spcAft>
              <a:defRPr sz="2100"/>
            </a:pPr>
            <a:r>
              <a:t>AMM, rental vault, ERC-4626 treasury, UUPS parameter proxy.</a:t>
            </a:r>
          </a:p>
          <a:p>
            <a:pPr>
              <a:spcAft>
                <a:spcPts val="1000"/>
              </a:spcAft>
              <a:defRPr sz="2100"/>
            </a:pPr>
            <a:r>
              <a:t>The Graph indexes events; frontend reads indexed data and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Game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Crafting burns resource tokens and mints ERC-1155 items.</a:t>
            </a:r>
          </a:p>
          <a:p>
            <a:pPr>
              <a:spcAft>
                <a:spcPts val="1000"/>
              </a:spcAft>
              <a:defRPr sz="2100"/>
            </a:pPr>
            <a:r>
              <a:t>LootDrop burns loot boxes and uses VRF-compatible randomness.</a:t>
            </a:r>
          </a:p>
          <a:p>
            <a:pPr>
              <a:spcAft>
                <a:spcPts val="1000"/>
              </a:spcAft>
              <a:defRPr sz="2100"/>
            </a:pPr>
            <a:r>
              <a:t>RentalVault escrows items and uses pull-payment earnings.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Economy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AMMPool is a from-scratch x*y=k pool with 0.3% fee.</a:t>
            </a:r>
          </a:p>
          <a:p>
            <a:pPr>
              <a:spcAft>
                <a:spcPts val="1000"/>
              </a:spcAft>
              <a:defRPr sz="2100"/>
            </a:pPr>
            <a:r>
              <a:t>LP token is built into the AMM contract.</a:t>
            </a:r>
          </a:p>
          <a:p>
            <a:pPr>
              <a:spcAft>
                <a:spcPts val="1000"/>
              </a:spcAft>
              <a:defRPr sz="2100"/>
            </a:pPr>
            <a:r>
              <a:t>GameVault4626 acts as Timelock-controlled treasury vault.</a:t>
            </a:r>
          </a:p>
          <a:p>
            <a:pPr>
              <a:spcAft>
                <a:spcPts val="1000"/>
              </a:spcAft>
              <a:defRPr sz="2100"/>
            </a:pPr>
            <a:r>
              <a:t>PriceFeedAdapter rejects stale or invalid Chainlink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GameToken is ERC20Votes + ERC20Permit.</a:t>
            </a:r>
          </a:p>
          <a:p>
            <a:pPr>
              <a:spcAft>
                <a:spcPts val="1000"/>
              </a:spcAft>
              <a:defRPr sz="2100"/>
            </a:pPr>
            <a:r>
              <a:t>Governor settings: 1-day delay, 1-week period, 4% quorum, 1% proposal threshold.</a:t>
            </a:r>
          </a:p>
          <a:p>
            <a:pPr>
              <a:spcAft>
                <a:spcPts val="1000"/>
              </a:spcAft>
              <a:defRPr sz="2100"/>
            </a:pPr>
            <a:r>
              <a:t>Timelock delay: 2 days.</a:t>
            </a:r>
          </a:p>
          <a:p>
            <a:pPr>
              <a:spcAft>
                <a:spcPts val="1000"/>
              </a:spcAft>
              <a:defRPr sz="2100"/>
            </a:pPr>
            <a:r>
              <a:t>Lifecycle test demonstrates propose -&gt; vote -&gt; queue -&gt; execute.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Advanced Solidity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UUPS upgrade: GameParametersV1 to GameParametersV2.</a:t>
            </a:r>
          </a:p>
          <a:p>
            <a:pPr>
              <a:spcAft>
                <a:spcPts val="1000"/>
              </a:spcAft>
              <a:defRPr sz="2100"/>
            </a:pPr>
            <a:r>
              <a:t>Factory uses CREATE and CREATE2.</a:t>
            </a:r>
          </a:p>
          <a:p>
            <a:pPr>
              <a:spcAft>
                <a:spcPts val="1000"/>
              </a:spcAft>
              <a:defRPr sz="2100"/>
            </a:pPr>
            <a:r>
              <a:t>AMMMath includes Solidity and inline Yul quote paths for benchmarking.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Security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AccessControl on privileged functions.</a:t>
            </a:r>
          </a:p>
          <a:p>
            <a:pPr>
              <a:spcAft>
                <a:spcPts val="1000"/>
              </a:spcAft>
              <a:defRPr sz="2100"/>
            </a:pPr>
            <a:r>
              <a:t>ReentrancyGuard and CEI on external transfer paths.</a:t>
            </a:r>
          </a:p>
          <a:p>
            <a:pPr>
              <a:spcAft>
                <a:spcPts val="1000"/>
              </a:spcAft>
              <a:defRPr sz="2100"/>
            </a:pPr>
            <a:r>
              <a:t>SafeERC20 for ERC-20 movements.</a:t>
            </a:r>
          </a:p>
          <a:p>
            <a:pPr>
              <a:spcAft>
                <a:spcPts val="1000"/>
              </a:spcAft>
              <a:defRPr sz="2100"/>
            </a:pPr>
            <a:r>
              <a:t>No tx.origin, no transfer/send, no block values as randomness.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88 test functions plus 6 invariants.</a:t>
            </a:r>
          </a:p>
          <a:p>
            <a:pPr>
              <a:spcAft>
                <a:spcPts val="1000"/>
              </a:spcAft>
              <a:defRPr sz="2100"/>
            </a:pPr>
            <a:r>
              <a:t>Unit, fuzz, invariant, fork, and vulnerability case-study tests.</a:t>
            </a:r>
          </a:p>
          <a:p>
            <a:pPr>
              <a:spcAft>
                <a:spcPts val="1000"/>
              </a:spcAft>
              <a:defRPr sz="2100"/>
            </a:pPr>
            <a:r>
              <a:t>Fuzz coverage includes AMM swaps, vault operations, and voting power.</a:t>
            </a:r>
          </a:p>
          <a:p>
            <a:pPr>
              <a:spcAft>
                <a:spcPts val="1000"/>
              </a:spcAft>
              <a:defRPr sz="2100"/>
            </a:pPr>
            <a:r>
              <a:t>Invariants include k, reserves, LP supply, treasury accounting, and vault rounding.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Frontend and subgraph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Frontend supports wallet connection, network detection, readable errors, balances, votes, reserves, vault shares.</a:t>
            </a:r>
          </a:p>
          <a:p>
            <a:pPr>
              <a:spcAft>
                <a:spcPts val="1000"/>
              </a:spcAft>
              <a:defRPr sz="2100"/>
            </a:pPr>
            <a:r>
              <a:t>State-changing actions: swap, craft, deposit, delegate, vote.</a:t>
            </a:r>
          </a:p>
          <a:p>
            <a:pPr>
              <a:spcAft>
                <a:spcPts val="1000"/>
              </a:spcAft>
              <a:defRPr sz="2100"/>
            </a:pPr>
            <a:r>
              <a:t>Subgraph indexes players, crafts, items, swaps, rentals, proposals, and votes.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Deployment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Deploy with script/Deploy.s.sol to Base Sepolia, Arbitrum Sepolia, or Optimism Sepolia.</a:t>
            </a:r>
          </a:p>
          <a:p>
            <a:pPr>
              <a:spcAft>
                <a:spcPts val="1000"/>
              </a:spcAft>
              <a:defRPr sz="2100"/>
            </a:pPr>
            <a:r>
              <a:t>Run VerifyPostDeploy to check Timelock and Governor settings.</a:t>
            </a:r>
          </a:p>
          <a:p>
            <a:pPr>
              <a:spcAft>
                <a:spcPts val="1000"/>
              </a:spcAft>
              <a:defRPr sz="2100"/>
            </a:pPr>
            <a:r>
              <a:t>Fill deployment JSON, frontend env, subgraph addresses, gas table, and final explorer links.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